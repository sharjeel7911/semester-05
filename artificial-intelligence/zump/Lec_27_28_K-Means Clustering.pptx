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sldIdLst>
    <p:sldId id="256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57" r:id="rId25"/>
    <p:sldId id="258" r:id="rId26"/>
    <p:sldId id="259" r:id="rId27"/>
    <p:sldId id="260" r:id="rId28"/>
    <p:sldId id="261" r:id="rId29"/>
    <p:sldId id="262" r:id="rId30"/>
    <p:sldId id="26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486" autoAdjust="0"/>
  </p:normalViewPr>
  <p:slideViewPr>
    <p:cSldViewPr snapToGrid="0">
      <p:cViewPr varScale="1">
        <p:scale>
          <a:sx n="69" d="100"/>
          <a:sy n="69" d="100"/>
        </p:scale>
        <p:origin x="12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41:45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24575,'5'0'0,"0"0"0,1 0 0,-1 1 0,0-1 0,0 1 0,0 0 0,0 1 0,0-1 0,8 5 0,-10-5 0,-1 1 0,1 0 0,-1 0 0,0 0 0,0 1 0,0-1 0,0 0 0,0 1 0,0 0 0,-1-1 0,1 1 0,-1 0 0,0 0 0,0-1 0,0 1 0,0 0 0,1 6 0,2 22 0,0 1 0,-3-1 0,0 1 0,-8 60 0,7-88 0,-1 1 0,0-1 0,1 1 0,-1-1 0,-1 0 0,1 1 0,-1-1 0,0 0 0,0 0 0,0 0 0,0 0 0,-1 0 0,1 0 0,-1-1 0,0 1 0,-4 3 0,2-4 0,1 0 0,-1 0 0,0-1 0,0 0 0,0 0 0,0 0 0,0 0 0,0-1 0,0 0 0,-1 0 0,1 0 0,-10 0 0,36-3 0,-4 0 0,0 0 0,0 2 0,0-1 0,0 2 0,1 1 0,18 3 0,-33-4 0,0 0 0,-1 1 0,1-1 0,0 1 0,-1-1 0,1 1 0,-1 0 0,0-1 0,0 1 0,0 1 0,0-1 0,0 0 0,0 0 0,0 1 0,-1-1 0,1 1 0,-1-1 0,1 1 0,-1 0 0,0 0 0,0-1 0,-1 1 0,1 0 0,0 0 0,-1 0 0,0 0 0,0 0 0,0 0 0,0 0 0,0 0 0,-1 3 0,0-1 0,0 1 0,0-1 0,0 0 0,-1-1 0,0 1 0,0 0 0,0 0 0,0-1 0,-1 1 0,0-1 0,0 0 0,0 0 0,-1 0 0,1 0 0,-1-1 0,0 1 0,-5 3 0,-14 6 0,-1-2 0,-1 0 0,0-2 0,0 0 0,-1-2 0,0-1 0,-32 4 0,54-9-80,0-1 0,-1 1-1,1-1 1,0 1 0,0-1-1,0 0 1,-1-1 0,1 1-1,0-1 1,0 0 0,0 0 0,0 0-1,0 0 1,0-1 0,0 0-1,-6-3 1,-3-8-6746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41:46.8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24575,'6'-5'0,"6"-2"0,1-6 0,5 1 0,3 1 0,-1-2 0,1 1 0,2 2 0,3 3 0,2-2 0,-4-5 0,-6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42:1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3 24575,'35'-1'0,"-21"0"0,1 0 0,-1 1 0,0 1 0,23 4 0,-34-5 0,0 1 0,0 0 0,0 0 0,0 0 0,0 1 0,0-1 0,-1 1 0,1-1 0,0 1 0,-1 0 0,1 0 0,-1 0 0,0 0 0,1 1 0,-1-1 0,0 1 0,-1-1 0,1 1 0,0 0 0,-1 0 0,1-1 0,-1 1 0,0 0 0,0 0 0,1 5 0,0 4 0,0 0 0,-1 0 0,0 0 0,-1 0 0,0 0 0,-1 0 0,-3 20 0,-1-11 0,-1 0 0,-1 0 0,-13 26 0,17-42 0,1 0 0,0 0 0,0 1 0,1-1 0,-3 12 0,4-16 0,0 0 0,0 0 0,0 0 0,0 0 0,0 0 0,1 0 0,-1 0 0,0 0 0,0-1 0,0 1 0,1 0 0,-1 0 0,1 0 0,-1 0 0,1 0 0,-1-1 0,1 1 0,-1 0 0,1-1 0,-1 1 0,1 0 0,0-1 0,0 1 0,-1 0 0,1-1 0,0 1 0,0-1 0,-1 0 0,1 1 0,0-1 0,0 0 0,0 1 0,0-1 0,0 0 0,0 0 0,0 0 0,0 0 0,0 0 0,-1 0 0,1 0 0,0 0 0,0 0 0,0 0 0,2-1 0,9 0 0,-5 0 0,0 1 0,0-1 0,1 1 0,-1 1 0,0-1 0,12 3 0,-17-2 0,0 0 0,1 0 0,-1 1 0,0-1 0,0 0 0,0 1 0,0-1 0,0 1 0,0-1 0,0 1 0,0 0 0,-1 0 0,1 0 0,-1 0 0,1 0 0,-1 0 0,0 1 0,0-1 0,0 0 0,0 1 0,0-1 0,-1 1 0,2 3 0,0 3 0,-1 1 0,1-1 0,-1 0 0,-1 1 0,0 0 0,0-1 0,-1 1 0,-2 15 0,2-21 0,-1 0 0,1 1 0,-1-1 0,1 0 0,-1 0 0,-1 0 0,1 0 0,0 0 0,-1 0 0,0 0 0,0-1 0,0 0 0,0 1 0,-1-1 0,1 0 0,-1-1 0,0 1 0,0-1 0,-8 4 0,-8 3 0,-1-1 0,-1-1 0,1-2 0,-1 0 0,0-1 0,0-1 0,-1-1 0,1-1 0,-32-2 0,50 0 3,-1 1 0,1-1-1,-1 0 1,1-1 0,0 1-1,0-1 1,0 0 0,0 0 0,0 0-1,0 0 1,0-1 0,1 0-1,-1 1 1,1-1 0,-1-1-1,1 1 1,0 0 0,1-1 0,-1 0-1,1 1 1,-1-1 0,1 0-1,0 0 1,0 0 0,1-1-1,-1 1 1,1 0 0,0-1-1,0-5 1,-3-14-129,2 0 0,0-1 1,2 1-1,3-31 0,-1 19-691,-1 9-6009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42:37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24575,'0'2'0,"0"0"0,0 0 0,0 0 0,0 1 0,1-1 0,-1 0 0,0 0 0,1 0 0,0 0 0,-1 0 0,1 0 0,0-1 0,0 1 0,0 0 0,0 0 0,1-1 0,-1 1 0,0 0 0,1-1 0,-1 1 0,1-1 0,3 3 0,1-2 0,0 1 0,0 0 0,0-1 0,0 0 0,13 1 0,-15-2 0,1-1 0,-1 1 0,0-1 0,0 1 0,0 1 0,0-1 0,0 0 0,0 1 0,0 0 0,-1 0 0,1 0 0,-1 0 0,1 1 0,-1-1 0,0 1 0,0 0 0,0 0 0,0 0 0,2 4 0,-1 3 0,-1-1 0,0 1 0,0 0 0,-1 0 0,-1 0 0,1 0 0,-2 0 0,0 13 0,-8 82 0,8-100 0,-1-1 0,0 0 0,0 0 0,0-1 0,-1 1 0,1 0 0,-1 0 0,0-1 0,0 1 0,0-1 0,0 1 0,-1-1 0,0 0 0,-4 5 0,0-2 0,-1-1 0,1 0 0,-1 0 0,-17 8 0,95-5 0,-66-7 0,0 0 0,0 0 0,0 1 0,0-1 0,-1 1 0,1 0 0,0 0 0,-1 0 0,0 1 0,1-1 0,-1 1 0,0-1 0,0 1 0,-1 0 0,1 0 0,3 5 0,-3-2 0,0-1 0,-1 1 0,1 0 0,-1 0 0,0 0 0,0 0 0,-1 0 0,0 0 0,0 0 0,0 7 0,-1-4 0,0 0 0,0 0 0,-1 0 0,0 0 0,-1 0 0,0 0 0,0 0 0,-1-1 0,0 1 0,0-1 0,-1 0 0,-1 0 0,1 0 0,-1 0 0,-8 8 0,4-7 0,0-1 0,-1 0 0,0-1 0,0 0 0,-1-1 0,0 0 0,0 0 0,0-1 0,-1-1 0,0 0 0,0-1 0,0 0 0,0-1 0,0 0 0,-1 0 0,1-2 0,0 0 0,-1 0 0,1-1 0,-1 0 0,1-1 0,0-1 0,0 0 0,0 0 0,0-1 0,-19-10 0,24 10-80,0 1 0,1-1-1,0 0 1,0-1 0,0 1-1,0-1 1,1 0 0,0-1-1,0 1 1,0-1 0,1 0 0,0 0-1,0-1 1,0 1 0,1-1-1,-5-13 1,3-3-6746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11:42:45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2 24575,'57'-1'0,"69"3"0,-123-2 0,0 0 0,0 1 0,0 0 0,0-1 0,1 1 0,-1 1 0,0-1 0,0 0 0,-1 1 0,1-1 0,0 1 0,0 0 0,-1 0 0,1 0 0,-1 0 0,0 0 0,0 1 0,1-1 0,-2 1 0,1-1 0,0 1 0,0 0 0,-1 0 0,1 0 0,-1 0 0,0 0 0,0 0 0,0 0 0,-1 0 0,1 4 0,2 11 0,-2 0 0,0 0 0,-1 0 0,-4 25 0,2-10 0,1 0 0,-1 7 0,3 44 0,-1-81 0,0 0 0,1-1 0,-1 1 0,0-1 0,1 1 0,0-1 0,0 1 0,0-1 0,0 1 0,0-1 0,0 0 0,1 0 0,-1 1 0,1-1 0,-1 0 0,1 0 0,0-1 0,0 1 0,4 3 0,-1-2 0,1 0 0,0-1 0,0 0 0,0 0 0,0 0 0,8 1 0,-7-2 0,0 1 0,0 0 0,0 0 0,0 0 0,6 5 0,-10-6 0,-1 1 0,0-1 0,0 1 0,1 0 0,-1 0 0,-1 0 0,1 0 0,0 0 0,0 1 0,-1-1 0,1 0 0,-1 1 0,0-1 0,0 1 0,0-1 0,0 1 0,1 4 0,-1-3 0,0-1 0,0 1 0,-1-1 0,1 1 0,-1 0 0,0-1 0,0 1 0,0-1 0,-1 1 0,1 0 0,-1-1 0,0 1 0,0-1 0,0 1 0,-1-1 0,1 0 0,-1 1 0,1-1 0,-1 0 0,0 0 0,0 0 0,-1 0 0,1-1 0,-1 1 0,1-1 0,-1 1 0,0-1 0,0 0 0,0 0 0,0 0 0,0 0 0,0-1 0,-6 3 0,-5 1 0,0-1 0,0 0 0,0-1 0,-1-1 0,1 0 0,-1-1 0,-16-1 0,-12 1 0,-54-3 0,89 2 0,-1-1 0,1-1 0,-1 0 0,1 0 0,0-1 0,0 0 0,0 0 0,-13-7 0,2-2-84,14 9-58,-1 0-1,1 0 1,0-1 0,0 0-1,0 0 1,0 0 0,0-1-1,-5-6 1,0-6-6684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2D126-55FE-4001-B627-EDD247B9D968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E54B3-AF0A-40B4-A85E-05EE43421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3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43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9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13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8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11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8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3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CCB37-02EC-494A-A8EB-FCABA6DCE6FB}" type="datetimeFigureOut">
              <a:rPr lang="en-US" smtClean="0"/>
              <a:t>11-Jun-2025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9EE04-9FA0-4154-A928-732885FFC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284"/>
            <a:ext cx="9144000" cy="2387600"/>
          </a:xfrm>
        </p:spPr>
        <p:txBody>
          <a:bodyPr/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546959"/>
            <a:ext cx="9144000" cy="1655762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68" y="2546959"/>
            <a:ext cx="4031864" cy="373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5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7C95-5DE1-871A-924E-DF4964CB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CAE8-FAD4-C178-962A-B67BF460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77E58F-9797-9FF9-C4F8-98585649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1104900"/>
            <a:ext cx="103346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04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3504-462F-8F5A-90EA-BAAD6455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1352-3902-3CC2-842B-0026A8D3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50822-F913-DAEA-D09D-13D61B8D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319212"/>
            <a:ext cx="112299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A47FF-43C1-E6B7-8A57-8984DC51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2CC3-D7E8-5383-4C4E-0F392B3B6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BFDA8B-5564-C423-7017-3A1DB56B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038225"/>
            <a:ext cx="112585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08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352E8-43B8-8E48-AE7C-DAE6817A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31B7B-B0A7-6CEF-4A1F-59B536C02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BDD5E-1D81-6A6A-1528-11550D050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981075"/>
            <a:ext cx="113919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83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F51E-E5DB-2C33-3F84-E04BB1F7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D7B3B-EA3F-FD31-3D22-B99E2360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D591A-E871-39EE-AD17-F354A7C04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023937"/>
            <a:ext cx="1132522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3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AF40-C2C2-DBA1-B7B4-42F0990CD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3860-89F7-B3F2-6BC6-B2EF05765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109D6D-935E-5CCB-DB91-0617F3AF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876300"/>
            <a:ext cx="1129665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9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71C4-3260-5218-3B9A-1469BB95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centroids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D92E4-6C83-277A-5EA3-6F181B84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1B2351-2E68-1A77-5DF3-A2C81D3DF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160595"/>
            <a:ext cx="113919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20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1BCB1-967F-F4F5-29B1-BE6C90F5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79EBC-4BB6-06AE-31FB-93025D1A2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5099D-4426-799B-D284-696B7DE74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933450"/>
            <a:ext cx="112204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03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AD907-FEDB-7BEA-E09F-BEB4EEE4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AEF9A-3D35-7481-E6E9-EE64EA06E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17EE9-E1A7-B903-1CE1-74105C4D8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923925"/>
            <a:ext cx="11315700" cy="50101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04D24A1-7FA0-A66A-7557-0796347E94A0}"/>
              </a:ext>
            </a:extLst>
          </p:cNvPr>
          <p:cNvGrpSpPr/>
          <p:nvPr/>
        </p:nvGrpSpPr>
        <p:grpSpPr>
          <a:xfrm>
            <a:off x="9312164" y="1637754"/>
            <a:ext cx="134640" cy="223920"/>
            <a:chOff x="9312164" y="1637754"/>
            <a:chExt cx="134640" cy="22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D3421CF-DA95-E0BD-EB53-3D36B58F26FC}"/>
                    </a:ext>
                  </a:extLst>
                </p14:cNvPr>
                <p14:cNvContentPartPr/>
                <p14:nvPr/>
              </p14:nvContentPartPr>
              <p14:xfrm>
                <a:off x="9312164" y="1638834"/>
                <a:ext cx="134640" cy="222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D3421CF-DA95-E0BD-EB53-3D36B58F26F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303524" y="1629834"/>
                  <a:ext cx="1522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A9B5AA-1FB9-224B-8EBB-D2528E8D2CFB}"/>
                    </a:ext>
                  </a:extLst>
                </p14:cNvPr>
                <p14:cNvContentPartPr/>
                <p14:nvPr/>
              </p14:nvContentPartPr>
              <p14:xfrm>
                <a:off x="9322244" y="1637754"/>
                <a:ext cx="82800" cy="4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A9B5AA-1FB9-224B-8EBB-D2528E8D2CF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13244" y="1629114"/>
                  <a:ext cx="10044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5767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4752-5406-89A9-98CF-574CD38A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D567B-0F3C-32B1-32C2-54814FE88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0C510D-B0D0-DFC8-A854-F836C344D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90600"/>
            <a:ext cx="11277600" cy="4876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E0D43A-9B2C-586C-8E1B-ED21B9E1F496}"/>
                  </a:ext>
                </a:extLst>
              </p14:cNvPr>
              <p14:cNvContentPartPr/>
              <p14:nvPr/>
            </p14:nvContentPartPr>
            <p14:xfrm>
              <a:off x="9218924" y="1671594"/>
              <a:ext cx="150120" cy="225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E0D43A-9B2C-586C-8E1B-ED21B9E1F4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10284" y="1662594"/>
                <a:ext cx="16776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051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A4B59-B433-D928-B29C-7084BE8C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89592-A120-80B2-63F4-1D27CFCFE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1DE72-42EE-8D19-3DE0-65B923802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362075"/>
            <a:ext cx="11372850" cy="41338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A7564E-61BB-87F0-7DDA-759CAD0DD919}"/>
                  </a:ext>
                </a:extLst>
              </p14:cNvPr>
              <p14:cNvContentPartPr/>
              <p14:nvPr/>
            </p14:nvContentPartPr>
            <p14:xfrm>
              <a:off x="9254204" y="2074074"/>
              <a:ext cx="171000" cy="270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A7564E-61BB-87F0-7DDA-759CAD0DD9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45204" y="2065074"/>
                <a:ext cx="18864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9917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9F21-FF15-F16D-D7AD-A18FCECD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5D721-FEDF-DFCB-A5EA-FA649A6A4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632409-5D69-848F-FC74-48386A19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914400"/>
            <a:ext cx="11468100" cy="5029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36A984-C55D-84C1-83AE-AC201B4AFCD8}"/>
                  </a:ext>
                </a:extLst>
              </p14:cNvPr>
              <p14:cNvContentPartPr/>
              <p14:nvPr/>
            </p14:nvContentPartPr>
            <p14:xfrm>
              <a:off x="9312524" y="1683114"/>
              <a:ext cx="178560" cy="225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36A984-C55D-84C1-83AE-AC201B4AFC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3524" y="1674474"/>
                <a:ext cx="19620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817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0EC8E-0C85-347F-0B91-A642EF06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31424-8D85-4B8A-437D-C99C35FED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B3A42-F1C9-4BED-E1EB-25C05009B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995362"/>
            <a:ext cx="114871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29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C0B0-3A6C-4703-67DF-00FDB0DE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94437-C818-8453-D293-A97DBAB10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23853-DC22-BF07-62F2-13151C4A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995362"/>
            <a:ext cx="113728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56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8427-BDC0-457A-5A3F-E9274D4B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3A458-81FA-B21F-517E-69FAE3A0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45876-0E66-734B-C3FD-C4B7A7458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033462"/>
            <a:ext cx="1119187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80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891B-0AF2-9575-E754-361584EE0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B0827-D29D-9EDE-2349-58545F45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E964C-1F91-A30C-4511-420521A0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1323975"/>
            <a:ext cx="1130617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7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B6A-673A-8C24-CD29-8D042675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8A4A-24E4-F958-165A-B4368E78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7B858-C60B-596A-8EFF-ED641FA4A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14412"/>
            <a:ext cx="11315700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61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AC45C-427D-603A-67B1-021A0E809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1661C-3760-3EA9-1EA5-04B586BED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476C8-51EC-3053-C55F-55CFEE2C6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395412"/>
            <a:ext cx="112871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25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8875-A5D7-2718-7EC2-459B44FD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D75C-CEDD-4672-FAA4-5B7FE7B42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write clusters</a:t>
            </a:r>
          </a:p>
          <a:p>
            <a:r>
              <a:rPr lang="en-US" dirty="0"/>
              <a:t>Cluster 1               Cluster 2                     Cluster 3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0134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9EC4-FF8B-B442-C890-3FB3A3B6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BD78-03E2-57F1-C11B-D3E4558D6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11F3A-6063-EADC-7178-19BEC5DAB6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72" t="9887" r="19141" b="45855"/>
          <a:stretch/>
        </p:blipFill>
        <p:spPr>
          <a:xfrm>
            <a:off x="1000125" y="1212850"/>
            <a:ext cx="9809882" cy="377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2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DFFE-0D60-7777-0F1E-5D7D93DD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998BE6-AE90-D10B-A3B0-2FABC05F3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648" t="10544" r="15971" b="18205"/>
          <a:stretch/>
        </p:blipFill>
        <p:spPr>
          <a:xfrm>
            <a:off x="1078706" y="365125"/>
            <a:ext cx="10034588" cy="5965768"/>
          </a:xfrm>
        </p:spPr>
      </p:pic>
    </p:spTree>
    <p:extLst>
      <p:ext uri="{BB962C8B-B14F-4D97-AF65-F5344CB8AC3E}">
        <p14:creationId xmlns:p14="http://schemas.microsoft.com/office/powerpoint/2010/main" val="3531342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AEBA-D805-F95C-CD64-8DDEC27D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Manhathan</a:t>
            </a:r>
            <a:r>
              <a:rPr lang="en-US" dirty="0"/>
              <a:t> distance |x2-x1|+|y2-y1|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EC7C-2023-B6F8-AB19-FFA4B041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F14AE-468A-1988-8F81-036BB287F9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0" t="9911" r="19492" b="24570"/>
          <a:stretch/>
        </p:blipFill>
        <p:spPr>
          <a:xfrm>
            <a:off x="1170878" y="1455140"/>
            <a:ext cx="8146954" cy="485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42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13697-E3B1-510C-F4E4-E307B094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28557-F256-66D1-67AD-299FCBD85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67759-28CA-ED37-2DD0-DE1B1F703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08" t="9911" r="24414" b="7688"/>
          <a:stretch/>
        </p:blipFill>
        <p:spPr>
          <a:xfrm>
            <a:off x="1388226" y="365125"/>
            <a:ext cx="8672514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98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6FB7-4A0D-6FAA-493E-5221A0D0E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EA20-632F-A571-E1D7-1D0250012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ECC765-AF88-BA1C-EEA8-9318E714A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18" t="9911" r="19273" b="23866"/>
          <a:stretch/>
        </p:blipFill>
        <p:spPr>
          <a:xfrm>
            <a:off x="1762298" y="365125"/>
            <a:ext cx="9193876" cy="552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86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29A34-F56E-774E-B74D-78942D414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28F1-E563-9EB0-AC6E-718802A86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56CCA-D24A-66FB-F0C9-6A6A0E50B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955" t="10466" r="19000" b="25750"/>
          <a:stretch/>
        </p:blipFill>
        <p:spPr>
          <a:xfrm>
            <a:off x="1059180" y="365125"/>
            <a:ext cx="10073640" cy="551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01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1A4C5-CC3A-A8ED-69B2-412C032A0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5821-4BB5-7947-C195-54BD0E25F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269A4-BD96-91C1-68A9-B4C69DB470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09" t="11860" r="19410" b="24660"/>
          <a:stretch/>
        </p:blipFill>
        <p:spPr>
          <a:xfrm>
            <a:off x="1613571" y="659880"/>
            <a:ext cx="9342603" cy="53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3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Props1.xml><?xml version="1.0" encoding="utf-8"?>
<ds:datastoreItem xmlns:ds="http://schemas.openxmlformats.org/officeDocument/2006/customXml" ds:itemID="{733F25BE-74E0-4E11-8A16-E1005CCFE4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8A4A2B0-905A-4102-BF1A-4AA911F0F1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2CA5AB-6D54-4A18-A2FF-D9395D635B34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4041</TotalTime>
  <Words>20</Words>
  <Application>Microsoft Office PowerPoint</Application>
  <PresentationFormat>Widescreen</PresentationFormat>
  <Paragraphs>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K-Means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Calculate centroids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Manhathan distance |x2-x1|+|y2-y1|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Classifier</dc:title>
  <dc:creator>FARHAN DAWOOD</dc:creator>
  <cp:lastModifiedBy>Misbah Naz</cp:lastModifiedBy>
  <cp:revision>64</cp:revision>
  <dcterms:created xsi:type="dcterms:W3CDTF">2019-06-19T06:26:36Z</dcterms:created>
  <dcterms:modified xsi:type="dcterms:W3CDTF">2025-06-11T11:42:49Z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