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Attack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stages, payloads, and defense strategies.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Stages of Malware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Reconnaissance</a:t>
            </a:r>
          </a:p>
          <a:p>
            <a:r>
              <a:t>2. Delivery</a:t>
            </a:r>
          </a:p>
          <a:p>
            <a:r>
              <a:t>3. Exploitation</a:t>
            </a:r>
          </a:p>
          <a:p>
            <a:r>
              <a:t>4. Installation</a:t>
            </a:r>
          </a:p>
          <a:p>
            <a:r>
              <a:t>5. Command &amp; Control</a:t>
            </a:r>
          </a:p>
          <a:p>
            <a:r>
              <a:t>6. Actions on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 gathers information about target systems and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Malware delivered via email, websites, USB, or downloads.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Malware exploits system vulnerabilities.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Malware installs and creates persistence.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Infected system connects to attacker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theft, destruction, ransomware, spying.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Malicious actions performed by malware after infection.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Payloads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Theft</a:t>
            </a:r>
          </a:p>
          <a:p>
            <a:r>
              <a:t>Ransomware</a:t>
            </a:r>
          </a:p>
          <a:p>
            <a:r>
              <a:t>Destructive</a:t>
            </a:r>
          </a:p>
          <a:p>
            <a:r>
              <a:t>Spyware</a:t>
            </a:r>
          </a:p>
          <a:p>
            <a:r>
              <a:t>Botnet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Defending Against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Prevention: Antivirus, updates</a:t>
            </a:r>
          </a:p>
          <a:p>
            <a:r>
              <a:t>Detection: IDS, scanning</a:t>
            </a:r>
          </a:p>
          <a:p>
            <a:r>
              <a:t>Response: Isolation, removal</a:t>
            </a:r>
          </a:p>
          <a:p>
            <a:r>
              <a:t>Awareness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Phishing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→ Click → Infection → Data theft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38A8-937A-CFE2-0F7A-8CDC8DDFC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C982-3CA6-3795-C53D-834F3AB62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Phishing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6D88A-1CB4-B778-DB7A-952709B89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Scenario: Phishing Attack</a:t>
            </a:r>
          </a:p>
          <a:p>
            <a:r>
              <a:rPr lang="en-US" b="1" dirty="0"/>
              <a:t>Reconnaissance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Attacker collects employee emails </a:t>
            </a:r>
          </a:p>
          <a:p>
            <a:r>
              <a:rPr lang="en-US" b="1" dirty="0"/>
              <a:t>Delivery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Sends fake email: “Your system is infected! Click here” </a:t>
            </a:r>
          </a:p>
          <a:p>
            <a:r>
              <a:rPr lang="en-US" b="1" dirty="0"/>
              <a:t>Exploitation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 clicks link → vulnerability exploited </a:t>
            </a:r>
          </a:p>
          <a:p>
            <a:r>
              <a:rPr lang="en-US" b="1" dirty="0"/>
              <a:t>Installation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Trojan malware installed </a:t>
            </a:r>
          </a:p>
          <a:p>
            <a:r>
              <a:rPr lang="en-US" b="1" dirty="0"/>
              <a:t>Command &amp; Control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Malware connects to attacker server </a:t>
            </a:r>
          </a:p>
          <a:p>
            <a:r>
              <a:rPr lang="en-US" b="1" dirty="0"/>
              <a:t>Payload Execution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Passwords stolen</a:t>
            </a:r>
          </a:p>
        </p:txBody>
      </p:sp>
    </p:spTree>
    <p:extLst>
      <p:ext uri="{BB962C8B-B14F-4D97-AF65-F5344CB8AC3E}">
        <p14:creationId xmlns:p14="http://schemas.microsoft.com/office/powerpoint/2010/main" val="244620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Cracked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→ Install → Hidden malware → System damage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FA15-92C9-6E23-1019-98E7BC1D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AC7A-9F0D-2E0C-4466-222B43EB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Cracked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BE89B-95C1-A493-CA28-75410DC05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Download → Install → Hidden malware → System damag</a:t>
            </a:r>
            <a:r>
              <a:rPr lang="en-US" dirty="0"/>
              <a:t>e</a:t>
            </a:r>
          </a:p>
          <a:p>
            <a:r>
              <a:rPr lang="en-US" dirty="0"/>
              <a:t>User downloads cracked software</a:t>
            </a:r>
          </a:p>
          <a:p>
            <a:r>
              <a:rPr lang="en-US" dirty="0"/>
              <a:t>Malware hidden inside installer</a:t>
            </a:r>
          </a:p>
          <a:p>
            <a:r>
              <a:rPr lang="en-US" dirty="0"/>
              <a:t>Installs silently</a:t>
            </a:r>
          </a:p>
          <a:p>
            <a:r>
              <a:rPr lang="en-US" dirty="0"/>
              <a:t>System becomes slow + pop-ups appear</a:t>
            </a:r>
          </a:p>
          <a:p>
            <a:r>
              <a:rPr lang="en-US" dirty="0"/>
              <a:t>Data gets stolen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7036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48176-E82E-5B47-C967-14E941002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5FF6-8700-22B7-6B37-31078910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A1057-C461-D37A-37A8-4FF435FAF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company installs a </a:t>
            </a:r>
            <a:r>
              <a:rPr lang="en-US" b="1" dirty="0"/>
              <a:t>trusted software update</a:t>
            </a:r>
            <a:r>
              <a:rPr lang="en-US" dirty="0"/>
              <a:t> (e.g., accounting or network tool).</a:t>
            </a:r>
            <a:br>
              <a:rPr lang="en-US" dirty="0"/>
            </a:br>
            <a:r>
              <a:rPr lang="en-US" dirty="0"/>
              <a:t>The software is legitimate—but </a:t>
            </a:r>
            <a:r>
              <a:rPr lang="en-US" b="1" dirty="0"/>
              <a:t>the update server was compromised by attackers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577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1CA0-73E7-A1FE-3D10-822BCC61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B1DE-AF66-E2E2-4DD4-C5093BE4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DF7D2-C326-EDB7-40BD-7A2BFB787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🕵️ Reconnaissance</a:t>
            </a:r>
          </a:p>
          <a:p>
            <a:r>
              <a:rPr lang="en-US" dirty="0"/>
              <a:t>Attackers study: </a:t>
            </a:r>
          </a:p>
          <a:p>
            <a:pPr lvl="1"/>
            <a:r>
              <a:rPr lang="en-US" dirty="0"/>
              <a:t>Company software vendors </a:t>
            </a:r>
          </a:p>
          <a:p>
            <a:pPr lvl="1"/>
            <a:r>
              <a:rPr lang="en-US" dirty="0"/>
              <a:t>Update mechanisms </a:t>
            </a:r>
          </a:p>
          <a:p>
            <a:pPr lvl="1"/>
            <a:r>
              <a:rPr lang="en-US" dirty="0"/>
              <a:t>Network architecture </a:t>
            </a:r>
          </a:p>
          <a:p>
            <a:r>
              <a:rPr lang="en-US" dirty="0"/>
              <a:t>📌 They choose a </a:t>
            </a:r>
            <a:r>
              <a:rPr lang="en-US" b="1" dirty="0"/>
              <a:t>software provider used by many companies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812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821D-BF5D-F88F-9F87-193BEA0B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C2AA-DA5D-AD31-1FB9-207F1D27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44A0-8ECB-4C34-16DE-91C3C689D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🎯 Weaponization (Advanced Step)</a:t>
            </a:r>
          </a:p>
          <a:p>
            <a:r>
              <a:rPr lang="en-US" dirty="0"/>
              <a:t>Attackers inject malware into a </a:t>
            </a:r>
            <a:r>
              <a:rPr lang="en-US" b="1" dirty="0"/>
              <a:t>legitimate software update</a:t>
            </a:r>
            <a:r>
              <a:rPr lang="en-US" dirty="0"/>
              <a:t> </a:t>
            </a:r>
          </a:p>
          <a:p>
            <a:r>
              <a:rPr lang="en-US" dirty="0"/>
              <a:t>This makes it: </a:t>
            </a:r>
          </a:p>
          <a:p>
            <a:pPr lvl="1"/>
            <a:r>
              <a:rPr lang="en-US" dirty="0"/>
              <a:t>Trusted </a:t>
            </a:r>
          </a:p>
          <a:p>
            <a:pPr lvl="1"/>
            <a:r>
              <a:rPr lang="en-US" dirty="0"/>
              <a:t>Hard to detect </a:t>
            </a:r>
          </a:p>
          <a:p>
            <a:r>
              <a:rPr lang="en-US" dirty="0"/>
              <a:t>👉 This is called a </a:t>
            </a:r>
            <a:r>
              <a:rPr lang="en-US" b="1" dirty="0"/>
              <a:t>Supply Chain Attack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687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9C0A-AE69-1734-BEC4-FF10C63F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363D-0C78-1026-3FA2-8D71F13DA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E9BBC-296B-E7AB-9EA3-D638F31C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📦 Delivery</a:t>
            </a:r>
          </a:p>
          <a:p>
            <a:r>
              <a:rPr lang="en-US" dirty="0"/>
              <a:t>Company downloads update from official server </a:t>
            </a:r>
          </a:p>
          <a:p>
            <a:r>
              <a:rPr lang="en-US" dirty="0"/>
              <a:t>No suspicion because: </a:t>
            </a:r>
          </a:p>
          <a:p>
            <a:pPr lvl="1"/>
            <a:r>
              <a:rPr lang="en-US" dirty="0"/>
              <a:t>It’s digitally signed </a:t>
            </a:r>
          </a:p>
          <a:p>
            <a:pPr lvl="1"/>
            <a:r>
              <a:rPr lang="en-US" dirty="0"/>
              <a:t>Looks authentic</a:t>
            </a:r>
          </a:p>
        </p:txBody>
      </p:sp>
    </p:spTree>
    <p:extLst>
      <p:ext uri="{BB962C8B-B14F-4D97-AF65-F5344CB8AC3E}">
        <p14:creationId xmlns:p14="http://schemas.microsoft.com/office/powerpoint/2010/main" val="1063192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984D-2AFC-F299-D356-124978C0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9156-A9E7-682B-1C0D-4E68B1AF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2E007-1A63-DC17-D23B-AAE5112ED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💥 Exploitation (Fileless Technique)</a:t>
            </a:r>
          </a:p>
          <a:p>
            <a:r>
              <a:rPr lang="en-US" dirty="0"/>
              <a:t>Malware doesn’t install normal files </a:t>
            </a:r>
          </a:p>
          <a:p>
            <a:r>
              <a:rPr lang="en-US" dirty="0"/>
              <a:t>Instead: </a:t>
            </a:r>
          </a:p>
          <a:p>
            <a:pPr lvl="1"/>
            <a:r>
              <a:rPr lang="en-US" dirty="0"/>
              <a:t>Runs in memory (RAM) </a:t>
            </a:r>
          </a:p>
          <a:p>
            <a:pPr lvl="1"/>
            <a:r>
              <a:rPr lang="en-US" dirty="0"/>
              <a:t>Uses tools like PowerShell </a:t>
            </a:r>
          </a:p>
          <a:p>
            <a:r>
              <a:rPr lang="en-US" dirty="0"/>
              <a:t>📌 This avoids antivirus detection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194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C8F7E-EEC6-E6A1-F284-F8597E4F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778B-1FE6-9925-64F6-50F6D8C8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EFC4-8E61-4293-FFD5-ED6923478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⚙️ Installation (Persistence)</a:t>
            </a:r>
          </a:p>
          <a:p>
            <a:r>
              <a:rPr lang="en-US" dirty="0"/>
              <a:t>Creates hidden persistence: </a:t>
            </a:r>
          </a:p>
          <a:p>
            <a:pPr lvl="1"/>
            <a:r>
              <a:rPr lang="en-US" dirty="0"/>
              <a:t>Registry changes </a:t>
            </a:r>
          </a:p>
          <a:p>
            <a:pPr lvl="1"/>
            <a:r>
              <a:rPr lang="en-US" dirty="0"/>
              <a:t>Scheduled tasks </a:t>
            </a:r>
          </a:p>
          <a:p>
            <a:pPr lvl="1"/>
            <a:r>
              <a:rPr lang="en-US" dirty="0"/>
              <a:t>Boot-level scripts </a:t>
            </a:r>
          </a:p>
          <a:p>
            <a:r>
              <a:rPr lang="en-US" dirty="0"/>
              <a:t>👉 Even after restart → malware stays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349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A8DB-C6A1-9B2D-2C2A-99513117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EFEC-6F3E-8ACE-D9C4-926B5451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794A-F955-EC1A-5E0C-B890F0A37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🌐 Command &amp; Control (Stealthy)</a:t>
            </a:r>
          </a:p>
          <a:p>
            <a:r>
              <a:rPr lang="en-US" dirty="0"/>
              <a:t>Uses: </a:t>
            </a:r>
          </a:p>
          <a:p>
            <a:pPr lvl="1"/>
            <a:r>
              <a:rPr lang="en-US" dirty="0"/>
              <a:t>HTTPS (looks like normal web traffic) </a:t>
            </a:r>
          </a:p>
          <a:p>
            <a:pPr lvl="1"/>
            <a:r>
              <a:rPr lang="en-US" dirty="0"/>
              <a:t>DNS tunneling </a:t>
            </a:r>
          </a:p>
          <a:p>
            <a:r>
              <a:rPr lang="en-US" dirty="0"/>
              <a:t>📌 Hard to detect because traffic looks normal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739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7C1F-F741-21B2-0D7E-B449E5C3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A50E7-CA61-BC60-B740-861F18BF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31868-4009-7EE0-2AD4-AE746B06C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🎯 Actions on Objectives (Multi-Stage Payload)</a:t>
            </a:r>
          </a:p>
          <a:p>
            <a:r>
              <a:rPr lang="en-US" b="1" dirty="0"/>
              <a:t>Phase 1:</a:t>
            </a:r>
          </a:p>
          <a:p>
            <a:r>
              <a:rPr lang="en-US" dirty="0"/>
              <a:t>Steal credentials </a:t>
            </a:r>
          </a:p>
          <a:p>
            <a:r>
              <a:rPr lang="en-US" dirty="0"/>
              <a:t>Capture admin access </a:t>
            </a:r>
          </a:p>
          <a:p>
            <a:r>
              <a:rPr lang="en-US" b="1" dirty="0"/>
              <a:t>Phase 2:</a:t>
            </a:r>
          </a:p>
          <a:p>
            <a:r>
              <a:rPr lang="en-US" dirty="0"/>
              <a:t>Move laterally (spread inside network) </a:t>
            </a:r>
          </a:p>
          <a:p>
            <a:r>
              <a:rPr lang="en-US" b="1" dirty="0"/>
              <a:t>Phase 3:</a:t>
            </a:r>
          </a:p>
          <a:p>
            <a:r>
              <a:rPr lang="en-US" dirty="0"/>
              <a:t>Final payload: </a:t>
            </a:r>
          </a:p>
          <a:p>
            <a:pPr lvl="1"/>
            <a:r>
              <a:rPr lang="en-US" dirty="0"/>
              <a:t>Data exfiltration (sensitive files) </a:t>
            </a:r>
          </a:p>
          <a:p>
            <a:pPr lvl="1"/>
            <a:r>
              <a:rPr lang="en-US" dirty="0"/>
              <a:t>OR ransomware deployment across company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211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2597-199C-CBBB-C213-6B6F0679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358F-8012-2738-39CE-3F7877BF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10C89-0D81-AD4F-532A-E12789EA2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Makes This Attack Advanced?</a:t>
            </a:r>
          </a:p>
          <a:p>
            <a:r>
              <a:rPr lang="en-US" dirty="0"/>
              <a:t>✔️ No obvious malicious file </a:t>
            </a:r>
          </a:p>
          <a:p>
            <a:r>
              <a:rPr lang="en-US" dirty="0"/>
              <a:t>✔️ Uses trusted software </a:t>
            </a:r>
          </a:p>
          <a:p>
            <a:r>
              <a:rPr lang="en-US" dirty="0"/>
              <a:t>✔️ Spreads across network </a:t>
            </a:r>
          </a:p>
          <a:p>
            <a:r>
              <a:rPr lang="en-US" dirty="0"/>
              <a:t>✔️ Stays hidden for months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57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EADE-A180-2E2E-EF86-5C225F4D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ACE9-948B-E33F-705A-EABD57F4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4B6F-4F5F-115F-3124-6804380FE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Realistic Impact</a:t>
            </a:r>
          </a:p>
          <a:p>
            <a:r>
              <a:rPr lang="en-US" dirty="0"/>
              <a:t>Entire company network compromised </a:t>
            </a:r>
          </a:p>
          <a:p>
            <a:r>
              <a:rPr lang="en-US" dirty="0"/>
              <a:t>Confidential data leaked </a:t>
            </a:r>
          </a:p>
          <a:p>
            <a:r>
              <a:rPr lang="en-US" dirty="0"/>
              <a:t>Systems locked (ransomware) </a:t>
            </a:r>
          </a:p>
          <a:p>
            <a:r>
              <a:rPr lang="en-US" dirty="0"/>
              <a:t>Huge financial + reputational loss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67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0F9E-7D11-2854-F6A0-B0324C300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E0E2-9E65-7C3F-712D-F5897CD0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478C-42A0-5791-C345-3CEA97B6E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(APT Attack Style)</a:t>
            </a:r>
          </a:p>
          <a:p>
            <a:r>
              <a:rPr lang="en-US" b="1" dirty="0"/>
              <a:t>🎯 Advanced Persistent Threat (APT)</a:t>
            </a:r>
          </a:p>
          <a:p>
            <a:r>
              <a:rPr lang="en-US" dirty="0"/>
              <a:t>Attacker enters via software update </a:t>
            </a:r>
          </a:p>
          <a:p>
            <a:r>
              <a:rPr lang="en-US" dirty="0"/>
              <a:t>Stays hidden for weeks/months </a:t>
            </a:r>
          </a:p>
          <a:p>
            <a:r>
              <a:rPr lang="en-US" dirty="0"/>
              <a:t>Slowly collects sensitive data </a:t>
            </a:r>
          </a:p>
          <a:p>
            <a:r>
              <a:rPr lang="en-US" dirty="0"/>
              <a:t>Spreads across departments </a:t>
            </a:r>
          </a:p>
          <a:p>
            <a:r>
              <a:rPr lang="en-US" dirty="0"/>
              <a:t>Launches final attack (data leak/ransomware)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66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BDDCE-4570-9331-E0BF-C4BCD513D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8796-B4D1-C42D-EEED-3A754FBB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lang="en-US" dirty="0"/>
              <a:t>Trusted Software Update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DAEFB-ECAC-7769-EF73-CAFA890A9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malware attacks use techniques like </a:t>
            </a:r>
            <a:r>
              <a:rPr lang="en-US" b="1" dirty="0"/>
              <a:t>fileless execution, supply chain compromise, and stealthy command &amp; control</a:t>
            </a:r>
            <a:r>
              <a:rPr lang="en-US" dirty="0"/>
              <a:t>, making them difficult to detect and capable of long-term damage.</a:t>
            </a:r>
          </a:p>
        </p:txBody>
      </p:sp>
    </p:spTree>
    <p:extLst>
      <p:ext uri="{BB962C8B-B14F-4D97-AF65-F5344CB8AC3E}">
        <p14:creationId xmlns:p14="http://schemas.microsoft.com/office/powerpoint/2010/main" val="3657340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DDFDF-9D7D-F191-B7BF-1289B9C3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69A9-8F3F-D79B-952F-C9DA6A38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en-US" altLang="en-US" b="1">
                <a:latin typeface="Arial" panose="020B0604020202020204" pitchFamily="34" charset="0"/>
              </a:rPr>
              <a:t>Basic vs Advanced Malware </a:t>
            </a:r>
            <a:endParaRPr lang="en-US" alt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4AB5D8-7246-70EB-7FA2-329CD9FD89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765901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42353687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3848988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95018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Basic Attack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Advanced Attack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862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Phishing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Supply chain / zero-day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10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Malware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283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 (antivirus)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 (stealthy)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531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Entire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67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Short-term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Long-term (APT)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04931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D946694-4038-F18E-C636-FF088A829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00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686</Words>
  <Application>Microsoft Office PowerPoint</Application>
  <PresentationFormat>On-screen Show (4:3)</PresentationFormat>
  <Paragraphs>153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Malware Attack Lifecycle</vt:lpstr>
      <vt:lpstr>Stages of Malware Attack</vt:lpstr>
      <vt:lpstr>Reconnaissance</vt:lpstr>
      <vt:lpstr>Delivery</vt:lpstr>
      <vt:lpstr>Exploitation</vt:lpstr>
      <vt:lpstr>Installation</vt:lpstr>
      <vt:lpstr>Command &amp; Control</vt:lpstr>
      <vt:lpstr>Actions on Objectives</vt:lpstr>
      <vt:lpstr>Payloads</vt:lpstr>
      <vt:lpstr>Types of Payloads</vt:lpstr>
      <vt:lpstr>Defending Against Malware</vt:lpstr>
      <vt:lpstr>Scenario: Phishing Attack</vt:lpstr>
      <vt:lpstr>Scenario: Phishing Attack</vt:lpstr>
      <vt:lpstr>Scenario: Cracked Software</vt:lpstr>
      <vt:lpstr>Scenario: Cracked Software</vt:lpstr>
      <vt:lpstr>Scenario: Trusted Software Update</vt:lpstr>
      <vt:lpstr>Scenario: Trusted Software Update</vt:lpstr>
      <vt:lpstr>Scenario: Trusted Software Update</vt:lpstr>
      <vt:lpstr>Scenario: Trusted Software Update</vt:lpstr>
      <vt:lpstr>Scenario: Trusted Software Update</vt:lpstr>
      <vt:lpstr>Scenario: Trusted Software Update</vt:lpstr>
      <vt:lpstr>Scenario: Trusted Software Update</vt:lpstr>
      <vt:lpstr>Scenario: Trusted Software Update</vt:lpstr>
      <vt:lpstr>Scenario: Trusted Software Update</vt:lpstr>
      <vt:lpstr>Scenario: Trusted Software Update</vt:lpstr>
      <vt:lpstr>Scenario: Trusted Software Update</vt:lpstr>
      <vt:lpstr>Scenario: Trusted Software Update</vt:lpstr>
      <vt:lpstr>Basic vs Advanced Malware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Mahek Kausar</cp:lastModifiedBy>
  <cp:revision>4</cp:revision>
  <dcterms:created xsi:type="dcterms:W3CDTF">2013-01-27T09:14:16Z</dcterms:created>
  <dcterms:modified xsi:type="dcterms:W3CDTF">2026-03-25T07:23:10Z</dcterms:modified>
  <cp:category/>
</cp:coreProperties>
</file>