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4"/>
  </p:normalViewPr>
  <p:slideViewPr>
    <p:cSldViewPr snapToGrid="0" snapToObjects="1">
      <p:cViewPr varScale="1">
        <p:scale>
          <a:sx n="108" d="100"/>
          <a:sy n="108" d="100"/>
        </p:scale>
        <p:origin x="16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Cyber Laws, Ethics, and Professionalism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Course: Cybersecurity</a:t>
            </a:r>
          </a:p>
          <a:p>
            <a:r>
              <a:t>• Presented By: __________</a:t>
            </a:r>
          </a:p>
          <a:p>
            <a:r>
              <a:t>• Date: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What is Cybersecurity?</a:t>
            </a:r>
          </a:p>
          <a:p>
            <a:r>
              <a:rPr lang="en-US" dirty="0"/>
              <a:t>Protection of computer systems, networks, and data from cyber threats. </a:t>
            </a:r>
          </a:p>
          <a:p>
            <a:r>
              <a:rPr lang="en-US" dirty="0"/>
              <a:t>Ensures confidentiality, integrity, and availability of information. </a:t>
            </a:r>
          </a:p>
          <a:p>
            <a:r>
              <a:rPr lang="en-US" dirty="0"/>
              <a:t>Requires legal compliance and ethical behavior. </a:t>
            </a:r>
          </a:p>
          <a:p>
            <a:r>
              <a:rPr lang="en-US" b="1" dirty="0"/>
              <a:t>Objectives:</a:t>
            </a:r>
            <a:endParaRPr lang="en-US" dirty="0"/>
          </a:p>
          <a:p>
            <a:r>
              <a:rPr lang="en-US" dirty="0"/>
              <a:t>Understand cyber laws and regulations. </a:t>
            </a:r>
          </a:p>
          <a:p>
            <a:r>
              <a:rPr lang="en-US" dirty="0"/>
              <a:t>Explore ethical and professional issues. </a:t>
            </a:r>
          </a:p>
          <a:p>
            <a:r>
              <a:rPr lang="en-US" dirty="0"/>
              <a:t>Learn ethical hacking principles. </a:t>
            </a:r>
          </a:p>
          <a:p>
            <a:r>
              <a:rPr lang="en-US" dirty="0"/>
              <a:t>Discuss cybersecurity certification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Laws and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Cyber laws are legal frameworks governing the use of computers, networks, and digital information.</a:t>
            </a:r>
          </a:p>
          <a:p>
            <a:r>
              <a:rPr lang="en-US" b="1" dirty="0"/>
              <a:t>Purpose</a:t>
            </a:r>
          </a:p>
          <a:p>
            <a:r>
              <a:rPr lang="en-US" dirty="0"/>
              <a:t>Prevent cybercrime. </a:t>
            </a:r>
          </a:p>
          <a:p>
            <a:r>
              <a:rPr lang="en-US" dirty="0"/>
              <a:t>Protect privacy and data. </a:t>
            </a:r>
          </a:p>
          <a:p>
            <a:r>
              <a:rPr lang="en-US" dirty="0"/>
              <a:t>Secure online transactions. </a:t>
            </a:r>
          </a:p>
          <a:p>
            <a:r>
              <a:rPr lang="en-US" dirty="0"/>
              <a:t>Regulate digital communications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Major Cyber Crimes Covered by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Hacking and unauthorized access. </a:t>
            </a:r>
          </a:p>
          <a:p>
            <a:r>
              <a:rPr lang="en-US" dirty="0"/>
              <a:t>Identity theft. </a:t>
            </a:r>
          </a:p>
          <a:p>
            <a:r>
              <a:rPr lang="en-US" dirty="0"/>
              <a:t>Phishing attacks. </a:t>
            </a:r>
          </a:p>
          <a:p>
            <a:r>
              <a:rPr lang="en-US" dirty="0"/>
              <a:t>Malware distribution. </a:t>
            </a:r>
          </a:p>
          <a:p>
            <a:r>
              <a:rPr lang="en-US" dirty="0"/>
              <a:t>Cyberstalking and online harassment. </a:t>
            </a:r>
          </a:p>
          <a:p>
            <a:r>
              <a:rPr lang="en-US" dirty="0"/>
              <a:t>Data breaches and theft. </a:t>
            </a:r>
          </a:p>
          <a:p>
            <a:r>
              <a:rPr lang="en-US" b="1" dirty="0"/>
              <a:t>Example:</a:t>
            </a:r>
            <a:r>
              <a:rPr lang="en-US" dirty="0"/>
              <a:t> Unauthorized access to a company's database is punishable under cybercrime laws.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International Cyber Laws and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Key Regulations</a:t>
            </a:r>
          </a:p>
          <a:p>
            <a:r>
              <a:rPr lang="en-US" dirty="0"/>
              <a:t>European Union General Data Protection Regulation (GDPR) </a:t>
            </a:r>
          </a:p>
          <a:p>
            <a:r>
              <a:rPr lang="en-US" dirty="0"/>
              <a:t>National Institute of Standards and Technology Cybersecurity Framework </a:t>
            </a:r>
          </a:p>
          <a:p>
            <a:r>
              <a:rPr lang="en-US" dirty="0"/>
              <a:t>International Organization for Standardization ISO/IEC 27001 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Data protection. </a:t>
            </a:r>
          </a:p>
          <a:p>
            <a:r>
              <a:rPr lang="en-US" dirty="0"/>
              <a:t>Privacy preservation. </a:t>
            </a:r>
          </a:p>
          <a:p>
            <a:r>
              <a:rPr lang="en-US" dirty="0"/>
              <a:t>Security 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Issues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Ethics in Cybersecurity</a:t>
            </a:r>
          </a:p>
          <a:p>
            <a:r>
              <a:rPr lang="en-US" dirty="0"/>
              <a:t>Ethics refers to moral principles guiding responsible use of technology.</a:t>
            </a:r>
          </a:p>
          <a:p>
            <a:r>
              <a:rPr lang="en-US" b="1" dirty="0"/>
              <a:t>Common Ethical Issues</a:t>
            </a:r>
          </a:p>
          <a:p>
            <a:r>
              <a:rPr lang="en-US" dirty="0"/>
              <a:t>Unauthorized monitoring. </a:t>
            </a:r>
          </a:p>
          <a:p>
            <a:r>
              <a:rPr lang="en-US" dirty="0"/>
              <a:t>Privacy violations. </a:t>
            </a:r>
          </a:p>
          <a:p>
            <a:r>
              <a:rPr lang="en-US" dirty="0"/>
              <a:t>Data misuse. </a:t>
            </a:r>
          </a:p>
          <a:p>
            <a:r>
              <a:rPr lang="en-US" dirty="0"/>
              <a:t>Insider threats. </a:t>
            </a:r>
          </a:p>
          <a:p>
            <a:r>
              <a:rPr lang="en-US" dirty="0"/>
              <a:t>Responsible disclosure of vulnerabilities.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Issues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Legal Responsibilities</a:t>
            </a:r>
          </a:p>
          <a:p>
            <a:r>
              <a:rPr lang="en-US" dirty="0"/>
              <a:t>Compliance with regulations. </a:t>
            </a:r>
          </a:p>
          <a:p>
            <a:r>
              <a:rPr lang="en-US" dirty="0"/>
              <a:t>Data protection obligations. </a:t>
            </a:r>
          </a:p>
          <a:p>
            <a:r>
              <a:rPr lang="en-US" dirty="0"/>
              <a:t>Incident reporting requirements. </a:t>
            </a:r>
          </a:p>
          <a:p>
            <a:r>
              <a:rPr lang="en-US" dirty="0"/>
              <a:t>Intellectual property protection. </a:t>
            </a:r>
          </a:p>
          <a:p>
            <a:r>
              <a:rPr lang="en-US" b="1" dirty="0"/>
              <a:t>Consequences of Non-Compliance</a:t>
            </a:r>
          </a:p>
          <a:p>
            <a:r>
              <a:rPr lang="en-US" dirty="0"/>
              <a:t>Financial penalties. </a:t>
            </a:r>
          </a:p>
          <a:p>
            <a:r>
              <a:rPr lang="en-US" dirty="0"/>
              <a:t>Legal action. </a:t>
            </a:r>
          </a:p>
          <a:p>
            <a:r>
              <a:rPr lang="en-US" dirty="0"/>
              <a:t>Reputation damage. </a:t>
            </a:r>
          </a:p>
          <a:p>
            <a:r>
              <a:rPr lang="en-US" dirty="0"/>
              <a:t>Loss of customer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Issues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Professional Responsibilities</a:t>
            </a:r>
          </a:p>
          <a:p>
            <a:r>
              <a:rPr lang="en-US" dirty="0"/>
              <a:t>Maintain confidentiality. </a:t>
            </a:r>
          </a:p>
          <a:p>
            <a:r>
              <a:rPr lang="en-US" dirty="0"/>
              <a:t>Protect sensitive information. </a:t>
            </a:r>
          </a:p>
          <a:p>
            <a:r>
              <a:rPr lang="en-US" dirty="0"/>
              <a:t>Follow organizational policies. </a:t>
            </a:r>
          </a:p>
          <a:p>
            <a:r>
              <a:rPr lang="en-US" dirty="0"/>
              <a:t>Demonstrate integrity and accountability. </a:t>
            </a:r>
          </a:p>
          <a:p>
            <a:r>
              <a:rPr lang="en-US" dirty="0"/>
              <a:t>Continuous learning and skill development. </a:t>
            </a:r>
          </a:p>
          <a:p>
            <a:r>
              <a:rPr lang="en-US" b="1" dirty="0"/>
              <a:t>Professional Code of Conduct</a:t>
            </a:r>
          </a:p>
          <a:p>
            <a:r>
              <a:rPr lang="en-US" dirty="0"/>
              <a:t>Honesty </a:t>
            </a:r>
          </a:p>
          <a:p>
            <a:r>
              <a:rPr lang="en-US" dirty="0"/>
              <a:t>Responsibility </a:t>
            </a:r>
          </a:p>
          <a:p>
            <a:r>
              <a:rPr lang="en-US" dirty="0"/>
              <a:t>Respect for privacy </a:t>
            </a:r>
          </a:p>
          <a:p>
            <a:r>
              <a:rPr lang="en-US" dirty="0"/>
              <a:t>Fairness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 is Ethical Hacking?</a:t>
            </a:r>
          </a:p>
          <a:p>
            <a:r>
              <a:rPr lang="en-US" dirty="0"/>
              <a:t>Ethical hacking involves legally testing systems to identify vulnerabilities before attackers exploit them.</a:t>
            </a:r>
          </a:p>
          <a:p>
            <a:r>
              <a:rPr lang="en-US" b="1" dirty="0"/>
              <a:t>Goals</a:t>
            </a:r>
          </a:p>
          <a:p>
            <a:r>
              <a:rPr lang="en-US" dirty="0"/>
              <a:t>Improve security. </a:t>
            </a:r>
          </a:p>
          <a:p>
            <a:r>
              <a:rPr lang="en-US" dirty="0"/>
              <a:t>Identify weaknesses. </a:t>
            </a:r>
          </a:p>
          <a:p>
            <a:r>
              <a:rPr lang="en-US" dirty="0"/>
              <a:t>Prevent cyberattacks. </a:t>
            </a:r>
          </a:p>
          <a:p>
            <a:r>
              <a:rPr lang="en-US" dirty="0"/>
              <a:t>Support compliance efforts.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Ethical Hackers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White Hat Hackers</a:t>
            </a:r>
          </a:p>
          <a:p>
            <a:r>
              <a:rPr lang="en-US" dirty="0"/>
              <a:t>Authorized security professionals. </a:t>
            </a:r>
          </a:p>
          <a:p>
            <a:r>
              <a:rPr lang="en-US" b="1" dirty="0"/>
              <a:t>Gray Hat Hackers</a:t>
            </a:r>
          </a:p>
          <a:p>
            <a:r>
              <a:rPr lang="en-US" dirty="0"/>
              <a:t>May identify vulnerabilities without permission but without malicious intent. </a:t>
            </a:r>
          </a:p>
          <a:p>
            <a:r>
              <a:rPr lang="en-US" b="1" dirty="0"/>
              <a:t>Black Hat Hackers</a:t>
            </a:r>
          </a:p>
          <a:p>
            <a:r>
              <a:rPr lang="en-US" dirty="0"/>
              <a:t>Illegal attackers seeking personal gain or damage.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 in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Key Principles</a:t>
            </a:r>
          </a:p>
          <a:p>
            <a:r>
              <a:rPr lang="en-US" dirty="0"/>
              <a:t>Obtain proper authorization. </a:t>
            </a:r>
          </a:p>
          <a:p>
            <a:r>
              <a:rPr lang="en-US" dirty="0"/>
              <a:t>Respect privacy. </a:t>
            </a:r>
          </a:p>
          <a:p>
            <a:r>
              <a:rPr lang="en-US" dirty="0"/>
              <a:t>Avoid causing damage. </a:t>
            </a:r>
          </a:p>
          <a:p>
            <a:r>
              <a:rPr lang="en-US" dirty="0"/>
              <a:t>Report findings responsibly. </a:t>
            </a:r>
          </a:p>
          <a:p>
            <a:r>
              <a:rPr lang="en-US" dirty="0"/>
              <a:t>Maintain confidentiality. </a:t>
            </a:r>
          </a:p>
          <a:p>
            <a:r>
              <a:rPr lang="en-US" b="1" dirty="0"/>
              <a:t>Ethical Hacking Process</a:t>
            </a:r>
          </a:p>
          <a:p>
            <a:r>
              <a:rPr lang="en-US" dirty="0"/>
              <a:t>Authorization </a:t>
            </a:r>
          </a:p>
          <a:p>
            <a:r>
              <a:rPr lang="en-US" dirty="0"/>
              <a:t>Assessment </a:t>
            </a:r>
          </a:p>
          <a:p>
            <a:r>
              <a:rPr lang="en-US" dirty="0"/>
              <a:t>Vulnerability Discovery </a:t>
            </a:r>
          </a:p>
          <a:p>
            <a:r>
              <a:rPr lang="en-US" dirty="0"/>
              <a:t>Reporting </a:t>
            </a:r>
          </a:p>
          <a:p>
            <a:r>
              <a:rPr lang="en-US" dirty="0"/>
              <a:t>Remediation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Professional Certifications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Importance</a:t>
            </a:r>
          </a:p>
          <a:p>
            <a:r>
              <a:rPr lang="en-US" dirty="0"/>
              <a:t>Validates skills and knowledge. </a:t>
            </a:r>
          </a:p>
          <a:p>
            <a:r>
              <a:rPr lang="en-US" dirty="0"/>
              <a:t>Enhances career opportunities. </a:t>
            </a:r>
          </a:p>
          <a:p>
            <a:r>
              <a:rPr lang="en-US" dirty="0"/>
              <a:t>Demonstrates professional competence. 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Industry recognition. </a:t>
            </a:r>
          </a:p>
          <a:p>
            <a:r>
              <a:rPr lang="en-US" dirty="0"/>
              <a:t>Higher employability. </a:t>
            </a:r>
          </a:p>
          <a:p>
            <a:r>
              <a:rPr lang="en-US" dirty="0"/>
              <a:t>Career advancement.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Popular Cybersecurity Certifications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F54D54-3DBC-E384-94FD-4C0C8244E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83" y="1871445"/>
            <a:ext cx="8659433" cy="31151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Best Practices for Cybersecurity Professionals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 ethical standards. </a:t>
            </a:r>
          </a:p>
          <a:p>
            <a:r>
              <a:rPr lang="en-US" dirty="0"/>
              <a:t>Stay updated with cyber laws. </a:t>
            </a:r>
          </a:p>
          <a:p>
            <a:r>
              <a:rPr lang="en-US" dirty="0"/>
              <a:t>Obtain professional certifications. </a:t>
            </a:r>
          </a:p>
          <a:p>
            <a:r>
              <a:rPr lang="en-US" dirty="0"/>
              <a:t>Conduct regular security assessments. </a:t>
            </a:r>
          </a:p>
          <a:p>
            <a:r>
              <a:rPr lang="en-US" dirty="0"/>
              <a:t>Promote cybersecurity awareness. </a:t>
            </a:r>
          </a:p>
          <a:p>
            <a:r>
              <a:rPr lang="en-US" dirty="0"/>
              <a:t>Report vulnerabilities responsibly.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</a:p>
          <a:p>
            <a:r>
              <a:rPr lang="en-US" dirty="0"/>
              <a:t>Cyber laws protect digital systems and users. </a:t>
            </a:r>
          </a:p>
          <a:p>
            <a:r>
              <a:rPr lang="en-US" dirty="0"/>
              <a:t>Ethical and legal compliance is essential. </a:t>
            </a:r>
          </a:p>
          <a:p>
            <a:r>
              <a:rPr lang="en-US" dirty="0"/>
              <a:t>Ethical hacking strengthens security. </a:t>
            </a:r>
          </a:p>
          <a:p>
            <a:r>
              <a:rPr lang="en-US" dirty="0"/>
              <a:t>Professional certifications enhance expertise and credibility. </a:t>
            </a:r>
          </a:p>
          <a:p>
            <a:r>
              <a:rPr lang="en-US"/>
              <a:t>Responsible cybersecurity practices help create a safer digital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523</Words>
  <Application>Microsoft Macintosh PowerPoint</Application>
  <PresentationFormat>On-screen Show (4:3)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Cyber Laws, Ethics, and Professionalism in Cybersecurity</vt:lpstr>
      <vt:lpstr>Introduction</vt:lpstr>
      <vt:lpstr>Cyber Laws and Regulations</vt:lpstr>
      <vt:lpstr>Major Cyber Crimes Covered by Law</vt:lpstr>
      <vt:lpstr>International Cyber Laws and Regulations</vt:lpstr>
      <vt:lpstr>Ethical Issues in Cybersecurity</vt:lpstr>
      <vt:lpstr>Legal Issues in Cybersecurity</vt:lpstr>
      <vt:lpstr>Professional Issues in Cybersecurity</vt:lpstr>
      <vt:lpstr>Ethical Hacking</vt:lpstr>
      <vt:lpstr>Types of Ethical Hackers</vt:lpstr>
      <vt:lpstr>Ethical Considerations in Hacking</vt:lpstr>
      <vt:lpstr>Professional Certifications in Cybersecurity</vt:lpstr>
      <vt:lpstr>Popular Cybersecurity Certifications</vt:lpstr>
      <vt:lpstr>Best Practices for Cybersecurity Professionals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Laws, Ethics, and Professionalism in Cybersecurity</dc:title>
  <dc:subject/>
  <dc:creator>Mahek Kausar</dc:creator>
  <cp:keywords/>
  <dc:description>generated using python-pptx</dc:description>
  <cp:lastModifiedBy>Muhammad Bilal Khan</cp:lastModifiedBy>
  <cp:revision>5</cp:revision>
  <dcterms:created xsi:type="dcterms:W3CDTF">2013-01-27T09:14:16Z</dcterms:created>
  <dcterms:modified xsi:type="dcterms:W3CDTF">2026-06-16T05:28:35Z</dcterms:modified>
  <cp:category/>
</cp:coreProperties>
</file>